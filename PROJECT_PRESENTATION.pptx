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Student Support Service Chatbot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Project Presentation with Frontend Views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 AI chatbot for common student queries</a:t>
            </a:r>
          </a:p>
          <a:p>
            <a:pPr>
              <a:defRPr sz="2200"/>
            </a:pPr>
            <a:r>
              <a:t>Handles admissions, registration, support hours, and general FAQs</a:t>
            </a:r>
          </a:p>
          <a:p>
            <a:pPr>
              <a:defRPr sz="2200"/>
            </a:pPr>
            <a:r>
              <a:t>Built with Python, Flask, scikit-learn, and a responsive web UI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Frontend: Initial Chat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</a:p>
        </p:txBody>
      </p:sp>
      <p:pic>
        <p:nvPicPr>
          <p:cNvPr id="4" name="Picture 3" descr="ss_11369a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70637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Conversation Demo</a:t>
            </a:r>
          </a:p>
        </p:txBody>
      </p:sp>
      <p:pic>
        <p:nvPicPr>
          <p:cNvPr id="3" name="Picture 2" descr="ss_56b710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70637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Backend: Python + Flask</a:t>
            </a:r>
          </a:p>
          <a:p>
            <a:pPr>
              <a:defRPr sz="2200"/>
            </a:pPr>
            <a:r>
              <a:t>ML: scikit-learn (TF-IDF + Logistic Regression), joblib</a:t>
            </a:r>
          </a:p>
          <a:p>
            <a:pPr>
              <a:defRPr sz="2200"/>
            </a:pPr>
            <a:r>
              <a:t>Frontend: HTML, CSS, JavaScript</a:t>
            </a:r>
          </a:p>
          <a:p>
            <a:pPr>
              <a:defRPr sz="2200"/>
            </a:pPr>
            <a:r>
              <a:t>External AI: Google Gemini API (optional)</a:t>
            </a:r>
          </a:p>
          <a:p>
            <a:pPr>
              <a:defRPr sz="2200"/>
            </a:pPr>
            <a:r>
              <a:t>Testing: Python unittest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Browser sends message to Flask API</a:t>
            </a:r>
          </a:p>
          <a:p>
            <a:pPr>
              <a:defRPr sz="2200"/>
            </a:pPr>
            <a:r>
              <a:t>Response order:</a:t>
            </a:r>
          </a:p>
          <a:p>
            <a:pPr>
              <a:defRPr sz="2200"/>
            </a:pPr>
            <a:r>
              <a:t>   1. ML classifier predicts the intent</a:t>
            </a:r>
          </a:p>
          <a:p>
            <a:pPr>
              <a:defRPr sz="2200"/>
            </a:pPr>
            <a:r>
              <a:t>   2. Regex rule patterns match common FAQs</a:t>
            </a:r>
          </a:p>
          <a:p>
            <a:pPr>
              <a:defRPr sz="2200"/>
            </a:pPr>
            <a:r>
              <a:t>   3. Optional Gemini API fallback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 &amp; Future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Run: pip install -r requirements.txt &amp;&amp; python app.py</a:t>
            </a:r>
          </a:p>
          <a:p>
            <a:pPr>
              <a:defRPr sz="2200"/>
            </a:pPr>
            <a:r>
              <a:t>Open http://localhost:5000</a:t>
            </a:r>
          </a:p>
          <a:p>
            <a:pPr>
              <a:defRPr sz="2200"/>
            </a:pPr>
            <a:r>
              <a:t>Future: expand FAQs, add history/database, multi-language, cloud deploy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