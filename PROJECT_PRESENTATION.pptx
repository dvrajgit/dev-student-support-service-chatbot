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Support Service Chatbot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Short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AI chatbot for common student queries</a:t>
            </a:r>
          </a:p>
          <a:p>
            <a:pPr>
              <a:defRPr sz="2200"/>
            </a:pPr>
            <a:r>
              <a:t>Handles admissions, registration, support hours, and general FAQs</a:t>
            </a:r>
          </a:p>
          <a:p>
            <a:pPr>
              <a:defRPr sz="2200"/>
            </a:pPr>
            <a:r>
              <a:t>Built with Python, Flask, scikit-learn, and a simple web 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build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 24/7 instant student support</a:t>
            </a:r>
          </a:p>
          <a:p>
            <a:pPr>
              <a:defRPr sz="2200"/>
            </a:pPr>
            <a:r>
              <a:t>Reduce repetitive questions for staff</a:t>
            </a:r>
          </a:p>
          <a:p>
            <a:pPr>
              <a:defRPr sz="2200"/>
            </a:pPr>
            <a:r>
              <a:t>Fast, consistent responses with a lightweight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types a message in the web chat</a:t>
            </a:r>
          </a:p>
          <a:p>
            <a:pPr>
              <a:defRPr sz="2200"/>
            </a:pPr>
            <a:r>
              <a:t>Flask API sends it to StudentSupportChatbot</a:t>
            </a:r>
          </a:p>
          <a:p>
            <a:pPr>
              <a:defRPr sz="2200"/>
            </a:pPr>
            <a:r>
              <a:t>Three-tier response:</a:t>
            </a:r>
          </a:p>
          <a:p>
            <a:pPr>
              <a:defRPr sz="2200"/>
            </a:pPr>
            <a:r>
              <a:t>  1. ML classifier predicts the intent</a:t>
            </a:r>
          </a:p>
          <a:p>
            <a:pPr>
              <a:defRPr sz="2200"/>
            </a:pPr>
            <a:r>
              <a:t>  2. Regex rule patterns match common FAQs</a:t>
            </a:r>
          </a:p>
          <a:p>
            <a:pPr>
              <a:defRPr sz="2200"/>
            </a:pPr>
            <a:r>
              <a:t>  3. Optional Gemini API fallback for unknown questions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Python + Flask</a:t>
            </a:r>
          </a:p>
          <a:p>
            <a:pPr>
              <a:defRPr sz="2200"/>
            </a:pPr>
            <a:r>
              <a:t>ML: scikit-learn (TF-IDF + Logistic Regression), joblib</a:t>
            </a:r>
          </a:p>
          <a:p>
            <a:pPr>
              <a:defRPr sz="2200"/>
            </a:pPr>
            <a:r>
              <a:t>Frontend: HTML, CSS, JavaScript</a:t>
            </a:r>
          </a:p>
          <a:p>
            <a:pPr>
              <a:defRPr sz="2200"/>
            </a:pPr>
            <a:r>
              <a:t>External API: Google Gemini (optional)</a:t>
            </a:r>
          </a:p>
          <a:p>
            <a:pPr>
              <a:defRPr sz="2200"/>
            </a:pPr>
            <a:r>
              <a:t>Testing: Python unittest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ML + rule + generative response engine</a:t>
            </a:r>
          </a:p>
          <a:p>
            <a:pPr>
              <a:defRPr sz="2200"/>
            </a:pPr>
            <a:r>
              <a:t>Responsive single-page web chat UI</a:t>
            </a:r>
          </a:p>
          <a:p>
            <a:pPr>
              <a:defRPr sz="2200"/>
            </a:pPr>
            <a:r>
              <a:t>Offline fallback with no API key needed</a:t>
            </a:r>
          </a:p>
          <a:p>
            <a:pPr>
              <a:defRPr sz="2200"/>
            </a:pPr>
            <a:r>
              <a:t>Easy to retrain and extend with new FAQ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dependencies: pip install -r requirements.txt</a:t>
            </a:r>
          </a:p>
          <a:p>
            <a:pPr>
              <a:defRPr sz="2200"/>
            </a:pPr>
            <a:r>
              <a:t>Train model (optional): python train_model.py</a:t>
            </a:r>
          </a:p>
          <a:p>
            <a:pPr>
              <a:defRPr sz="2200"/>
            </a:pPr>
            <a:r>
              <a:t>Run server: python app.py</a:t>
            </a:r>
          </a:p>
          <a:p>
            <a:pPr>
              <a:defRPr sz="2200"/>
            </a:pPr>
            <a:r>
              <a:t>Open: http://localhost:5000</a:t>
            </a:r>
          </a:p>
          <a:p>
            <a:pPr>
              <a:defRPr sz="2200"/>
            </a:pPr>
            <a:r>
              <a:t>Set GEMINI_API_KEY for generative fallback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FAQ dataset and topics</a:t>
            </a:r>
          </a:p>
          <a:p>
            <a:pPr>
              <a:defRPr sz="2200"/>
            </a:pPr>
            <a:r>
              <a:t>Add conversation history and database storage</a:t>
            </a:r>
          </a:p>
          <a:p>
            <a:pPr>
              <a:defRPr sz="2200"/>
            </a:pPr>
            <a:r>
              <a:t>Multi-language support and voice input</a:t>
            </a:r>
          </a:p>
          <a:p>
            <a:pPr>
              <a:defRPr sz="2200"/>
            </a:pPr>
            <a:r>
              <a:t>Deploy to cloud for public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