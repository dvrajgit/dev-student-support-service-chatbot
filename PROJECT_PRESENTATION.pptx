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Student Support Service Chatbot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AI-powered conversational assistant for student queries</a:t>
            </a:r>
          </a:p>
          <a:p>
            <a:pPr>
              <a:defRPr sz="2000"/>
            </a:pPr>
            <a:r>
              <a:t>Answers FAQs on admissions, registration, support hours, etc.</a:t>
            </a:r>
          </a:p>
          <a:p>
            <a:pPr>
              <a:defRPr sz="2000"/>
            </a:pPr>
            <a:r>
              <a:t>Combines rule-based patterns, ML classification, and optional Gemini fallback</a:t>
            </a:r>
          </a:p>
          <a:p>
            <a:pPr>
              <a:defRPr sz="2000"/>
            </a:pPr>
            <a:r>
              <a:t>Built with Python, Flask, scikit-learn, and a simple web UI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Provide 24/7 automated student support</a:t>
            </a:r>
          </a:p>
          <a:p>
            <a:pPr>
              <a:defRPr sz="2000"/>
            </a:pPr>
            <a:r>
              <a:t>Reduce workload on human support staff</a:t>
            </a:r>
          </a:p>
          <a:p>
            <a:pPr>
              <a:defRPr sz="2000"/>
            </a:pPr>
            <a:r>
              <a:t>Deliver fast, consistent responses</a:t>
            </a:r>
          </a:p>
          <a:p>
            <a:pPr>
              <a:defRPr sz="2000"/>
            </a:pPr>
            <a:r>
              <a:t>Offer a lightweight, responsive web interface</a:t>
            </a:r>
          </a:p>
          <a:p>
            <a:pPr>
              <a:defRPr sz="2000"/>
            </a:pPr>
            <a:r>
              <a:t>Demonstrate a clean fallback strategy for unknown questions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Web chat interface for student questions</a:t>
            </a:r>
          </a:p>
          <a:p>
            <a:pPr>
              <a:defRPr sz="2000"/>
            </a:pPr>
            <a:r>
              <a:t>Flask REST API to process messages</a:t>
            </a:r>
          </a:p>
          <a:p>
            <a:pPr>
              <a:defRPr sz="2000"/>
            </a:pPr>
            <a:r>
              <a:t>Hybrid response engine: rules + ML + generative AI</a:t>
            </a:r>
          </a:p>
          <a:p>
            <a:pPr>
              <a:defRPr sz="2000"/>
            </a:pPr>
            <a:r>
              <a:t>Model training pipeline with scikit-learn</a:t>
            </a:r>
          </a:p>
          <a:p>
            <a:pPr>
              <a:defRPr sz="2000"/>
            </a:pPr>
            <a:r>
              <a:t>Unit tests for core response behaviors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Frontend: HTML5, CSS3, JavaScript</a:t>
            </a:r>
          </a:p>
          <a:p>
            <a:pPr>
              <a:defRPr sz="2000"/>
            </a:pPr>
            <a:r>
              <a:t>Backend: Python + Flask</a:t>
            </a:r>
          </a:p>
          <a:p>
            <a:pPr>
              <a:defRPr sz="2000"/>
            </a:pPr>
            <a:r>
              <a:t>Machine Learning: scikit-learn, joblib</a:t>
            </a:r>
          </a:p>
          <a:p>
            <a:pPr>
              <a:defRPr sz="2000"/>
            </a:pPr>
            <a:r>
              <a:t>External AI: Google Gemini API (optional)</a:t>
            </a:r>
          </a:p>
          <a:p>
            <a:pPr>
              <a:defRPr sz="2000"/>
            </a:pPr>
            <a:r>
              <a:t>HTTP client: requests</a:t>
            </a:r>
          </a:p>
          <a:p>
            <a:pPr>
              <a:defRPr sz="2000"/>
            </a:pPr>
            <a:r>
              <a:t>Testing: Python unittest</a:t>
            </a:r>
          </a:p>
          <a:p>
            <a:pPr>
              <a:defRPr sz="2000"/>
            </a:pPr>
            <a:r>
              <a:t>Version Control: Git &amp; GitHub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Browser sends POST request to /api/chat</a:t>
            </a:r>
          </a:p>
          <a:p>
            <a:pPr>
              <a:defRPr sz="2000"/>
            </a:pPr>
            <a:r>
              <a:t>Flask app invokes StudentSupportChatbot.respond()</a:t>
            </a:r>
          </a:p>
          <a:p>
            <a:pPr>
              <a:defRPr sz="2000"/>
            </a:pPr>
            <a:r>
              <a:t>Response order:</a:t>
            </a:r>
          </a:p>
          <a:p>
            <a:pPr>
              <a:defRPr sz="2000"/>
            </a:pPr>
            <a:r>
              <a:t>   1. ML classifier predicts label</a:t>
            </a:r>
          </a:p>
          <a:p>
            <a:pPr>
              <a:defRPr sz="2000"/>
            </a:pPr>
            <a:r>
              <a:t>   2. Rule-based regex patterns</a:t>
            </a:r>
          </a:p>
          <a:p>
            <a:pPr>
              <a:defRPr sz="2000"/>
            </a:pPr>
            <a:r>
              <a:t>   3. Gemini API fallback (if API key set)</a:t>
            </a:r>
          </a:p>
          <a:p>
            <a:pPr>
              <a:defRPr sz="2000"/>
            </a:pPr>
            <a:r>
              <a:t>   4. Default support-team message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Chatbot Engine: pattern rules, ML inference, Gemini fallback</a:t>
            </a:r>
          </a:p>
          <a:p>
            <a:pPr>
              <a:defRPr sz="2000"/>
            </a:pPr>
            <a:r>
              <a:t>Training Pipeline: TfidfVectorizer + LogisticRegression</a:t>
            </a:r>
          </a:p>
          <a:p>
            <a:pPr>
              <a:defRPr sz="2000"/>
            </a:pPr>
            <a:r>
              <a:t>Flask Web App: static frontend + /api/chat endpoint</a:t>
            </a:r>
          </a:p>
          <a:p>
            <a:pPr>
              <a:defRPr sz="2000"/>
            </a:pPr>
            <a:r>
              <a:t>Frontend UI: chat card, composer, typing indicator</a:t>
            </a:r>
          </a:p>
          <a:p>
            <a:pPr>
              <a:defRPr sz="2000"/>
            </a:pPr>
            <a:r>
              <a:t>Tests: unittest coverage for greetings, hours, registration, unknown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response engine (ML + rules + generative AI)</a:t>
            </a:r>
          </a:p>
          <a:p>
            <a:pPr>
              <a:defRPr sz="2000"/>
            </a:pPr>
            <a:r>
              <a:t>Lightweight Flask backend</a:t>
            </a:r>
          </a:p>
          <a:p>
            <a:pPr>
              <a:defRPr sz="2000"/>
            </a:pPr>
            <a:r>
              <a:t>Responsive single-page chat UI</a:t>
            </a:r>
          </a:p>
          <a:p>
            <a:pPr>
              <a:defRPr sz="2000"/>
            </a:pPr>
            <a:r>
              <a:t>Command-line chat mode for testing</a:t>
            </a:r>
          </a:p>
          <a:p>
            <a:pPr>
              <a:defRPr sz="2000"/>
            </a:pPr>
            <a:r>
              <a:t>Offline fallback when no API key is configured</a:t>
            </a:r>
          </a:p>
          <a:p>
            <a:pPr>
              <a:defRPr sz="2000"/>
            </a:pPr>
            <a:r>
              <a:t>Secure API key handling via environment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Student greets the bot and receives a welcome message</a:t>
            </a:r>
          </a:p>
          <a:p>
            <a:pPr>
              <a:defRPr sz="2000"/>
            </a:pPr>
            <a:r>
              <a:t>Student asks support hours and gets the schedule</a:t>
            </a:r>
          </a:p>
          <a:p>
            <a:pPr>
              <a:defRPr sz="2000"/>
            </a:pPr>
            <a:r>
              <a:t>Student asks about registration and is directed to the portal</a:t>
            </a:r>
          </a:p>
          <a:p>
            <a:pPr>
              <a:defRPr sz="2000"/>
            </a:pPr>
            <a:r>
              <a:t>Unrecognized questions trigger Gemini or a support-team fallback</a:t>
            </a:r>
          </a:p>
          <a:p>
            <a:pPr>
              <a:defRPr sz="2000"/>
            </a:pPr>
            <a:r>
              <a:t>Helps reduce repetitive queries to human staff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Unit tests in tests/test_student_support_chatbot.py</a:t>
            </a:r>
          </a:p>
          <a:p>
            <a:pPr>
              <a:defRPr sz="2000"/>
            </a:pPr>
            <a:r>
              <a:t>Run tests with: python -m unittest</a:t>
            </a:r>
          </a:p>
          <a:p>
            <a:pPr>
              <a:defRPr sz="2000"/>
            </a:pPr>
            <a:r>
              <a:t>Local deployment:</a:t>
            </a:r>
          </a:p>
          <a:p>
            <a:pPr>
              <a:defRPr sz="2000"/>
            </a:pPr>
            <a:r>
              <a:t>   pip install -r requirements.txt</a:t>
            </a:r>
          </a:p>
          <a:p>
            <a:pPr>
              <a:defRPr sz="2000"/>
            </a:pPr>
            <a:r>
              <a:t>   (optional) python train_model.py</a:t>
            </a:r>
          </a:p>
          <a:p>
            <a:pPr>
              <a:defRPr sz="2000"/>
            </a:pPr>
            <a:r>
              <a:t>   python app.py</a:t>
            </a:r>
          </a:p>
          <a:p>
            <a:pPr>
              <a:defRPr sz="2000"/>
            </a:pPr>
            <a:r>
              <a:t>   Open http://localhost:5000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Advantages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Easy to understand, extend, and deploy</a:t>
            </a:r>
          </a:p>
          <a:p>
            <a:pPr>
              <a:defRPr sz="2000"/>
            </a:pPr>
            <a:r>
              <a:t>No external API needed for basic operation</a:t>
            </a:r>
          </a:p>
          <a:p>
            <a:pPr>
              <a:defRPr sz="2000"/>
            </a:pPr>
            <a:r>
              <a:t>ML model can be retrained with new FAQs</a:t>
            </a:r>
          </a:p>
          <a:p>
            <a:pPr>
              <a:defRPr sz="2000"/>
            </a:pPr>
            <a:r>
              <a:t>Future: expand topics, add conversation history</a:t>
            </a:r>
          </a:p>
          <a:p>
            <a:pPr>
              <a:defRPr sz="2000"/>
            </a:pPr>
            <a:r>
              <a:t>Future: database storage, voice input, multi-language, cloud deploy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practical hybrid chatbot for student support</a:t>
            </a:r>
          </a:p>
          <a:p>
            <a:pPr>
              <a:defRPr sz="2000"/>
            </a:pPr>
            <a:r>
              <a:t>Built with simple, modern Python web and ML tools</a:t>
            </a:r>
          </a:p>
          <a:p>
            <a:pPr>
              <a:defRPr sz="2000"/>
            </a:pPr>
            <a:r>
              <a:t>Ready for local testing and future scaling</a:t>
            </a:r>
          </a:p>
          <a:p>
            <a:pPr>
              <a:defRPr sz="2000"/>
            </a:pPr>
            <a:r>
              <a:t>Provides a strong base for a full student support assistant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