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128"/>
            </a:gs>
            <a:gs pos="100000">
              <a:srgbClr val="1C3D5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solidFill>
                  <a:srgbClr val="FFFFFF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FFFFFF"/>
                </a:solidFill>
                <a:latin typeface="Calibri"/>
              </a:rPr>
              <a:t>Second level</a:t>
            </a:r>
          </a:p>
          <a:p>
            <a:pPr lvl="2"/>
            <a:r>
              <a:rPr lang="en-US">
                <a:solidFill>
                  <a:srgbClr val="FFFFFF"/>
                </a:solidFill>
                <a:latin typeface="Calibri"/>
              </a:rPr>
              <a:t>Third level</a:t>
            </a:r>
          </a:p>
          <a:p>
            <a:pPr lvl="3"/>
            <a:r>
              <a:rPr lang="en-US">
                <a:solidFill>
                  <a:srgbClr val="FFFFFF"/>
                </a:solidFill>
                <a:latin typeface="Calibri"/>
              </a:rPr>
              <a:t>Fourth level</a:t>
            </a:r>
          </a:p>
          <a:p>
            <a:pPr lvl="4"/>
            <a:r>
              <a:rPr lang="en-US">
                <a:solidFill>
                  <a:srgbClr val="FFFFFF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128"/>
              </a:gs>
              <a:gs pos="100000">
                <a:srgbClr val="1C3D5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09728" cy="21945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Student Support Service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0">
                <a:solidFill>
                  <a:srgbClr val="00C896"/>
                </a:solidFill>
                <a:latin typeface="Calibri"/>
              </a:defRPr>
            </a:pPr>
            <a:r>
              <a:t>Project Presentation with Frontend 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5715000"/>
            <a:ext cx="10058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Presented by [</a:t>
            </a:r>
            <a:r>
              <a:rPr lang="en-US" dirty="0"/>
              <a:t>Devesh Chaudhary</a:t>
            </a:r>
            <a:r>
              <a:rPr dirty="0"/>
              <a:t>]  |  [</a:t>
            </a:r>
            <a:r>
              <a:rPr lang="en-US" dirty="0"/>
              <a:t>CSE26 </a:t>
            </a:r>
            <a:r>
              <a:rPr dirty="0"/>
              <a:t>/</a:t>
            </a:r>
            <a:r>
              <a:rPr lang="en-US" dirty="0"/>
              <a:t>AKTU</a:t>
            </a:r>
            <a:r>
              <a:rPr dirty="0"/>
              <a:t>]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128"/>
              </a:gs>
              <a:gs pos="100000">
                <a:srgbClr val="1C3D5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is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6766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An AI chatbot for common student queries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Handles admissions, registration, support hours, and general FAQs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Built with Python, Flask, scikit-learn, and a responsive web UI</a:t>
            </a:r>
          </a:p>
        </p:txBody>
      </p:sp>
      <p:pic>
        <p:nvPicPr>
          <p:cNvPr id="6" name="Picture 5" descr="slide1_what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415" y="173736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128"/>
              </a:gs>
              <a:gs pos="100000">
                <a:srgbClr val="1C3D5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Frontend: Initial Chat View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27" y="1417320"/>
            <a:ext cx="573024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9788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Landing chat view — ask anything via the web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128"/>
              </a:gs>
              <a:gs pos="100000">
                <a:srgbClr val="1C3D5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Conversation Demo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27" y="1417320"/>
            <a:ext cx="573024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9788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Example Q&amp;A showing support hours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128"/>
              </a:gs>
              <a:gs pos="100000">
                <a:srgbClr val="1C3D5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6766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Backend: Python + Flask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ML: scikit-learn (TF-IDF + Logistic Regression), joblib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Frontend: HTML, CSS, JavaScript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External AI: Google Gemini API (optional)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Testing: Python unittest</a:t>
            </a:r>
          </a:p>
        </p:txBody>
      </p:sp>
      <p:pic>
        <p:nvPicPr>
          <p:cNvPr id="6" name="Picture 5" descr="slide4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668" y="1554480"/>
            <a:ext cx="4148666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128"/>
              </a:gs>
              <a:gs pos="100000">
                <a:srgbClr val="1C3D5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6766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Browser sends a message to the Flask API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Response order: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    1. ML classifier predicts the intent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    2. Regex rule patterns match common FAQs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    3. Optional Gemini API fallback</a:t>
            </a:r>
          </a:p>
        </p:txBody>
      </p:sp>
      <p:pic>
        <p:nvPicPr>
          <p:cNvPr id="6" name="Picture 5" descr="slide5_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263" y="1371600"/>
            <a:ext cx="432707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128"/>
              </a:gs>
              <a:gs pos="100000">
                <a:srgbClr val="1C3D5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Deployment &amp;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6766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Run: pip install -r requirements.txt &amp;&amp; python app.py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Open http://localhost:5000 in a browser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Future: expand FAQs, add conversation history/database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Future: multi-language support and cloud deploy</a:t>
            </a:r>
          </a:p>
        </p:txBody>
      </p:sp>
      <p:pic>
        <p:nvPicPr>
          <p:cNvPr id="6" name="Picture 5" descr="slide6_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104" y="1554480"/>
            <a:ext cx="430823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128"/>
              </a:gs>
              <a:gs pos="100000">
                <a:srgbClr val="1C3D5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0">
                <a:solidFill>
                  <a:srgbClr val="00C896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[https://github.com/dvrajgit/dev-student-support-service-chatbot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215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AKHILESH CHAUDHARY</dc:creator>
  <cp:keywords/>
  <dc:description/>
  <cp:lastModifiedBy>Dev Kumar</cp:lastModifiedBy>
  <cp:revision>2</cp:revision>
  <dcterms:created xsi:type="dcterms:W3CDTF">2013-01-27T09:14:16Z</dcterms:created>
  <dcterms:modified xsi:type="dcterms:W3CDTF">2026-07-17T07:03:32Z</dcterms:modified>
  <cp:category/>
</cp:coreProperties>
</file>